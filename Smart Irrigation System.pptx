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2A2FB-80C5-418C-AB6B-D3A7BD18C0A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49249-FC48-47B8-92FA-4330554B372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tutorialspoint.com/" TargetMode="Externa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14960" y="1794777"/>
            <a:ext cx="11236960" cy="84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 IRRIGATION LEAKAGE DETECTION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11440" y="4052228"/>
            <a:ext cx="4165600" cy="3071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b="1" dirty="0">
                <a:solidFill>
                  <a:srgbClr val="004AAD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Presented By</a:t>
            </a:r>
          </a:p>
          <a:p>
            <a:pPr algn="just"/>
            <a:endParaRPr lang="en-US" b="1" dirty="0">
              <a:solidFill>
                <a:srgbClr val="004AAD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KANIHA S         (927623BEC100)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KAVIYA P           (927623BEC110)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KIRUNISHA M   (927623BEC113)                    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7940"/>
              </a:lnSpc>
            </a:pPr>
            <a:endParaRPr lang="en-US" sz="3200" b="1" dirty="0">
              <a:solidFill>
                <a:srgbClr val="004AAD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2950" y="4137714"/>
            <a:ext cx="5457818" cy="1782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b="1" dirty="0">
                <a:solidFill>
                  <a:srgbClr val="004AAD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Guided By</a:t>
            </a:r>
          </a:p>
          <a:p>
            <a:pPr algn="ctr"/>
            <a:endParaRPr lang="en-US" b="1" dirty="0">
              <a:solidFill>
                <a:srgbClr val="004AAD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Dr.B.Neeththi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Aadithiya</a:t>
            </a:r>
            <a:endParaRPr lang="en-US" b="1" dirty="0">
              <a:solidFill>
                <a:srgbClr val="004AAD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  <a:p>
            <a:pPr algn="ctr">
              <a:lnSpc>
                <a:spcPts val="7940"/>
              </a:lnSpc>
            </a:pPr>
            <a:endParaRPr lang="en-US" sz="5670" b="1" dirty="0">
              <a:solidFill>
                <a:srgbClr val="004AA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30224" y="1363473"/>
            <a:ext cx="8259445" cy="9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4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Introduction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193411" y="2347910"/>
            <a:ext cx="9424035" cy="2812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dual flow sensors to continuously monitor water flow in irrigation pipelines; any sudden drop or zero reading at the second sensor indicates a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condition.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microcontroller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flow data and sends instant leakage alerts through a Wi-Fi module (ESP8266) to the Blynk IoT app and linked email.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IoT-enabled smart irrigation system promotes efficient water usage, minimizes wastage, and enables automated, sustainable agriculture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real-time monitoring.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933449" y="1145575"/>
            <a:ext cx="8259445" cy="9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4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Block Diagram/Circuit Diagram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283" y="2352110"/>
            <a:ext cx="8297433" cy="4048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530225" y="1363473"/>
            <a:ext cx="6097904" cy="9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4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Simulation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4EAC3A-8941-11F2-0356-09DA2BA96F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259" b="53546"/>
          <a:stretch>
            <a:fillRect/>
          </a:stretch>
        </p:blipFill>
        <p:spPr>
          <a:xfrm>
            <a:off x="1817370" y="2787761"/>
            <a:ext cx="3827780" cy="2390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F8220-90B1-2365-940A-2501120ADF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42" t="-1240"/>
          <a:stretch>
            <a:fillRect/>
          </a:stretch>
        </p:blipFill>
        <p:spPr>
          <a:xfrm>
            <a:off x="7197644" y="2813855"/>
            <a:ext cx="2634144" cy="23901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3D069D-8B26-DC27-DEA7-D02F3CF0E311}"/>
              </a:ext>
            </a:extLst>
          </p:cNvPr>
          <p:cNvSpPr txBox="1"/>
          <p:nvPr/>
        </p:nvSpPr>
        <p:spPr>
          <a:xfrm>
            <a:off x="8111612" y="5177899"/>
            <a:ext cx="15043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Water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B5322-A95F-5A36-24DD-EDEE36E4D9E1}"/>
              </a:ext>
            </a:extLst>
          </p:cNvPr>
          <p:cNvSpPr txBox="1"/>
          <p:nvPr/>
        </p:nvSpPr>
        <p:spPr>
          <a:xfrm>
            <a:off x="2693569" y="5203995"/>
            <a:ext cx="26341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Leakage Detected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530225" y="1363473"/>
            <a:ext cx="6097904" cy="9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4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Hardware Design</a:t>
            </a:r>
          </a:p>
        </p:txBody>
      </p:sp>
      <p:pic>
        <p:nvPicPr>
          <p:cNvPr id="3" name="Content Placeholder 4"/>
          <p:cNvPicPr>
            <a:picLocks noGrp="1"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37368" y="2067188"/>
            <a:ext cx="2390139" cy="4050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C0CD93-1F74-FC39-076E-0344687D50B2}"/>
              </a:ext>
            </a:extLst>
          </p:cNvPr>
          <p:cNvSpPr txBox="1"/>
          <p:nvPr/>
        </p:nvSpPr>
        <p:spPr>
          <a:xfrm>
            <a:off x="4352293" y="535602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Design Kit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530225" y="1363473"/>
            <a:ext cx="6097904" cy="9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4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Project Outcome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21055" y="2656205"/>
            <a:ext cx="10072370" cy="1135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be published in the IEEE platform and a project report will be prepared.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530225" y="1363473"/>
            <a:ext cx="6097904" cy="9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4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225" y="2619060"/>
            <a:ext cx="10728326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Irrigation Leakage Detection System provides an effective solution to overcome the drawbacks of    traditional irrigation methods.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Arduino, flow sensors, and IoT technology, this system can detect water leakages in real time and immediately alert the user through the Blynk App.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not only saves water and electricity but also reduces manual monitoring efforts for farmers.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system promotes efficient water management and supports sustainable farming practices by ensuring that water is used wisely and only when needed.</a:t>
            </a:r>
          </a:p>
          <a:p>
            <a:pPr algn="just">
              <a:lnSpc>
                <a:spcPct val="15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36" descr="Description: http://www.mkce.ac.in/wp-content/uploads/2018/02/footer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293" y="272098"/>
            <a:ext cx="81025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299661501" descr="Description: https://lh7-rt.googleusercontent.com/docsz/AD_4nXdNWgd8L1yM0yIl5204lKo5liUQQp0H1w96Qwbzsr6ouaCbMToBdtZ6RkrS-AXq1iTIJ74qRKIcH-bBt1Y8xPb9szF7BVdO9payLvyo1Ll9y80En7U2QaS6uHO6vw6B1irbRBJo4YWc2m_17IaKMTw?key=jhIH52jZ2vDapWCZ9KzmRH_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72098"/>
            <a:ext cx="2292350" cy="109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0590"/>
            <a:ext cx="1196340" cy="109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4508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530225" y="1363473"/>
            <a:ext cx="6097904" cy="9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94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225" y="2559537"/>
            <a:ext cx="10728326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Priya, K. Senthil, “Automatic Irrigation and Leakage Detection System using IoT,” International Journal of Innovative Research in Science, Engineering and Technology (IJIRSET), Vol. 11, Issue 2, 2024.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Gupta, P. Sharma, “Smart Agriculture System using Arduino and IoT,” IEEE Conference on Smart Technologies for Smart Nation, 2022.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“Interfacing Water Flow Sensor with Arduino,” Available at: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https://www.tutorialspoint.com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Sensor-Driven Smart Irrigation System for Water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ManagementAzdizul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Fahman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Azman; Siti Aishah Che Kar; Nur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Idawati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Enzai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Rosmawati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Shafie(2025).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355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League Spartan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Dr.D. Mercy</dc:creator>
  <cp:lastModifiedBy>indhu kaviya</cp:lastModifiedBy>
  <cp:revision>9</cp:revision>
  <dcterms:created xsi:type="dcterms:W3CDTF">2025-08-26T04:28:00Z</dcterms:created>
  <dcterms:modified xsi:type="dcterms:W3CDTF">2025-11-13T05:05:32Z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96344F1684E34E0A8B46157858C0F2D1_13</vt:lpwstr>
  </property>
  <property fmtid="{D5CDD505-2E9C-101B-9397-08002B2CF9AE}" pid="3" name="KSOProductBuildVer">
    <vt:lpwstr>1033-12.2.0.23155</vt:lpwstr>
  </property>
</Properties>
</file>